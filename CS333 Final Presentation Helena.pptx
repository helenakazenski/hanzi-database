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Lexend SemiBold"/>
      <p:regular r:id="rId19"/>
      <p:bold r:id="rId20"/>
    </p:embeddedFont>
    <p:embeddedFont>
      <p:font typeface="Lexend Light"/>
      <p:regular r:id="rId21"/>
      <p:bold r:id="rId22"/>
    </p:embeddedFont>
    <p:embeddedFont>
      <p:font typeface="Lexend"/>
      <p:regular r:id="rId23"/>
      <p:bold r:id="rId24"/>
    </p:embeddedFont>
    <p:embeddedFont>
      <p:font typeface="Lexend ExtraLight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LexendSemiBold-bold.fntdata"/><Relationship Id="rId22" Type="http://schemas.openxmlformats.org/officeDocument/2006/relationships/font" Target="fonts/LexendLight-bold.fntdata"/><Relationship Id="rId21" Type="http://schemas.openxmlformats.org/officeDocument/2006/relationships/font" Target="fonts/LexendLight-regular.fntdata"/><Relationship Id="rId24" Type="http://schemas.openxmlformats.org/officeDocument/2006/relationships/font" Target="fonts/Lexend-bold.fntdata"/><Relationship Id="rId23" Type="http://schemas.openxmlformats.org/officeDocument/2006/relationships/font" Target="fonts/Lexend-regular.fntdata"/><Relationship Id="rId26" Type="http://schemas.openxmlformats.org/officeDocument/2006/relationships/font" Target="fonts/LexendExtraLight-bold.fntdata"/><Relationship Id="rId25" Type="http://schemas.openxmlformats.org/officeDocument/2006/relationships/font" Target="fonts/LexendExtraLight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exend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ed1854de5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aed1854de5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ed1854d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ed1854d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ed1854de5_0_1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aed1854de5_0_1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ed1854de5_0_1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aed1854de5_0_1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aed1854de5_0_1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aed1854de5_0_1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ed1854de5_0_1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aed1854de5_0_1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ed1854de5_0_1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aed1854de5_0_1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ed1854de5_0_1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ed1854de5_0_1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aed1854de5_0_1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aed1854de5_0_1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ed1854de5_0_1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aed1854de5_0_1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ed1854de5_0_1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aed1854de5_0_1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aed1854de5_0_1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aed1854de5_0_1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Roadmap" type="title">
  <p:cSld name="TITLE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" type="subTitle"/>
          </p:nvPr>
        </p:nvSpPr>
        <p:spPr>
          <a:xfrm>
            <a:off x="333400" y="2378453"/>
            <a:ext cx="3359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 txBox="1"/>
          <p:nvPr>
            <p:ph idx="2" type="body"/>
          </p:nvPr>
        </p:nvSpPr>
        <p:spPr>
          <a:xfrm>
            <a:off x="341375" y="4655800"/>
            <a:ext cx="20883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81" name="Google Shape;181;p35"/>
          <p:cNvSpPr txBox="1"/>
          <p:nvPr>
            <p:ph idx="3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buNone/>
              <a:defRPr>
                <a:solidFill>
                  <a:schemeClr val="accent3"/>
                </a:solidFill>
              </a:defRPr>
            </a:lvl2pPr>
            <a:lvl3pPr lvl="2" rtl="0" algn="ctr">
              <a:buNone/>
              <a:defRPr>
                <a:solidFill>
                  <a:schemeClr val="accent3"/>
                </a:solidFill>
              </a:defRPr>
            </a:lvl3pPr>
            <a:lvl4pPr lvl="3" rtl="0" algn="ctr">
              <a:buNone/>
              <a:defRPr>
                <a:solidFill>
                  <a:schemeClr val="accent3"/>
                </a:solidFill>
              </a:defRPr>
            </a:lvl4pPr>
            <a:lvl5pPr lvl="4" rtl="0" algn="ctr">
              <a:buNone/>
              <a:defRPr>
                <a:solidFill>
                  <a:schemeClr val="accent3"/>
                </a:solidFill>
              </a:defRPr>
            </a:lvl5pPr>
            <a:lvl6pPr lvl="5" rtl="0" algn="ctr">
              <a:buNone/>
              <a:defRPr>
                <a:solidFill>
                  <a:schemeClr val="accent3"/>
                </a:solidFill>
              </a:defRPr>
            </a:lvl6pPr>
            <a:lvl7pPr lvl="6" rtl="0" algn="ctr">
              <a:buNone/>
              <a:defRPr>
                <a:solidFill>
                  <a:schemeClr val="accent3"/>
                </a:solidFill>
              </a:defRPr>
            </a:lvl7pPr>
            <a:lvl8pPr lvl="7" rtl="0" algn="ctr">
              <a:buNone/>
              <a:defRPr>
                <a:solidFill>
                  <a:schemeClr val="accent3"/>
                </a:solidFill>
              </a:defRPr>
            </a:lvl8pPr>
            <a:lvl9pPr lvl="8" rtl="0" algn="ctr">
              <a:buNone/>
              <a:defRPr>
                <a:solidFill>
                  <a:schemeClr val="accent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5"/>
          <p:cNvSpPr txBox="1"/>
          <p:nvPr>
            <p:ph idx="4" type="body"/>
          </p:nvPr>
        </p:nvSpPr>
        <p:spPr>
          <a:xfrm>
            <a:off x="2652248" y="4655800"/>
            <a:ext cx="19407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cxnSp>
        <p:nvCxnSpPr>
          <p:cNvPr id="183" name="Google Shape;183;p35"/>
          <p:cNvCxnSpPr/>
          <p:nvPr/>
        </p:nvCxnSpPr>
        <p:spPr>
          <a:xfrm>
            <a:off x="-3150" y="4448151"/>
            <a:ext cx="5232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4" name="Google Shape;184;p35"/>
          <p:cNvSpPr/>
          <p:nvPr>
            <p:ph idx="5" type="pic"/>
          </p:nvPr>
        </p:nvSpPr>
        <p:spPr>
          <a:xfrm>
            <a:off x="5229150" y="2509975"/>
            <a:ext cx="3914400" cy="263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837">
          <p15:clr>
            <a:srgbClr val="E46962"/>
          </p15:clr>
        </p15:guide>
        <p15:guide id="2" orient="horz" pos="1369">
          <p15:clr>
            <a:srgbClr val="E46962"/>
          </p15:clr>
        </p15:guide>
        <p15:guide id="3" orient="horz" pos="1581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blank">
  <p:cSld name="BLANK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674916" y="289225"/>
            <a:ext cx="65988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6">
    <p:bg>
      <p:bgPr>
        <a:solidFill>
          <a:schemeClr val="lt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type="title"/>
          </p:nvPr>
        </p:nvSpPr>
        <p:spPr>
          <a:xfrm>
            <a:off x="104400" y="3069000"/>
            <a:ext cx="7865400" cy="20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Lexend"/>
              <a:buNone/>
              <a:defRPr sz="8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37"/>
          <p:cNvSpPr/>
          <p:nvPr>
            <p:ph idx="2" type="pic"/>
          </p:nvPr>
        </p:nvSpPr>
        <p:spPr>
          <a:xfrm>
            <a:off x="248250" y="256400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115">
          <p15:clr>
            <a:srgbClr val="E46962"/>
          </p15:clr>
        </p15:guide>
        <p15:guide id="2" orient="horz" pos="3077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5_1">
    <p:bg>
      <p:bgPr>
        <a:solidFill>
          <a:schemeClr val="accent4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8"/>
          <p:cNvSpPr txBox="1"/>
          <p:nvPr>
            <p:ph type="title"/>
          </p:nvPr>
        </p:nvSpPr>
        <p:spPr>
          <a:xfrm>
            <a:off x="104400" y="150125"/>
            <a:ext cx="7883400" cy="20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Lexend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38"/>
          <p:cNvSpPr/>
          <p:nvPr>
            <p:ph idx="2" type="pic"/>
          </p:nvPr>
        </p:nvSpPr>
        <p:spPr>
          <a:xfrm>
            <a:off x="248250" y="2425338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">
  <p:cSld name="CUSTOM_26_1">
    <p:bg>
      <p:bgPr>
        <a:solidFill>
          <a:schemeClr val="accent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9"/>
          <p:cNvSpPr/>
          <p:nvPr>
            <p:ph idx="2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196" name="Google Shape;196;p39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97" name="Google Shape;197;p39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39"/>
          <p:cNvSpPr txBox="1"/>
          <p:nvPr>
            <p:ph idx="3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 1">
  <p:cSld name="CUSTOM_28">
    <p:bg>
      <p:bgPr>
        <a:solidFill>
          <a:schemeClr val="accent3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0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0"/>
          <p:cNvSpPr txBox="1"/>
          <p:nvPr>
            <p:ph idx="1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02" name="Google Shape;202;p40"/>
          <p:cNvSpPr txBox="1"/>
          <p:nvPr>
            <p:ph idx="2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03" name="Google Shape;203;p40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40"/>
          <p:cNvSpPr/>
          <p:nvPr>
            <p:ph idx="3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and Ipad mockup">
  <p:cSld name="CUSTOM_27">
    <p:bg>
      <p:bgPr>
        <a:solidFill>
          <a:schemeClr val="accent4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/>
          <p:nvPr>
            <p:ph idx="2" type="pic"/>
          </p:nvPr>
        </p:nvSpPr>
        <p:spPr>
          <a:xfrm>
            <a:off x="869088" y="1528242"/>
            <a:ext cx="1536600" cy="32625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207" name="Google Shape;207;p41"/>
          <p:cNvSpPr/>
          <p:nvPr>
            <p:ph idx="3" type="pic"/>
          </p:nvPr>
        </p:nvSpPr>
        <p:spPr>
          <a:xfrm>
            <a:off x="3913204" y="1528242"/>
            <a:ext cx="4587000" cy="32625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  <p:sp>
        <p:nvSpPr>
          <p:cNvPr id="208" name="Google Shape;208;p41"/>
          <p:cNvSpPr txBox="1"/>
          <p:nvPr>
            <p:ph idx="1" type="body"/>
          </p:nvPr>
        </p:nvSpPr>
        <p:spPr>
          <a:xfrm>
            <a:off x="4574425" y="271875"/>
            <a:ext cx="39087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9" name="Google Shape;209;p41"/>
          <p:cNvSpPr txBox="1"/>
          <p:nvPr>
            <p:ph idx="4" type="body"/>
          </p:nvPr>
        </p:nvSpPr>
        <p:spPr>
          <a:xfrm>
            <a:off x="687900" y="292725"/>
            <a:ext cx="3412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10" name="Google Shape;210;p41"/>
          <p:cNvSpPr txBox="1"/>
          <p:nvPr>
            <p:ph type="title"/>
          </p:nvPr>
        </p:nvSpPr>
        <p:spPr>
          <a:xfrm>
            <a:off x="661575" y="424275"/>
            <a:ext cx="3438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1">
  <p:cSld name="CUSTOM_1_1">
    <p:bg>
      <p:bgPr>
        <a:solidFill>
          <a:schemeClr val="accent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idx="1" type="body"/>
          </p:nvPr>
        </p:nvSpPr>
        <p:spPr>
          <a:xfrm>
            <a:off x="887306" y="2097422"/>
            <a:ext cx="2922000" cy="215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13" name="Google Shape;213;p42"/>
          <p:cNvSpPr txBox="1"/>
          <p:nvPr>
            <p:ph idx="2" type="subTitle"/>
          </p:nvPr>
        </p:nvSpPr>
        <p:spPr>
          <a:xfrm>
            <a:off x="904390" y="1077175"/>
            <a:ext cx="29283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42"/>
          <p:cNvSpPr txBox="1"/>
          <p:nvPr>
            <p:ph idx="3" type="body"/>
          </p:nvPr>
        </p:nvSpPr>
        <p:spPr>
          <a:xfrm>
            <a:off x="904890" y="901275"/>
            <a:ext cx="2927700" cy="1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>
  <p:cSld name="CUSTOM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17" name="Google Shape;217;p43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3"/>
          <p:cNvSpPr/>
          <p:nvPr>
            <p:ph idx="2" type="pic"/>
          </p:nvPr>
        </p:nvSpPr>
        <p:spPr>
          <a:xfrm>
            <a:off x="1566125" y="1676025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43"/>
          <p:cNvSpPr/>
          <p:nvPr>
            <p:ph idx="3" type="pic"/>
          </p:nvPr>
        </p:nvSpPr>
        <p:spPr>
          <a:xfrm>
            <a:off x="3395300" y="809450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43"/>
          <p:cNvSpPr/>
          <p:nvPr>
            <p:ph idx="4" type="pic"/>
          </p:nvPr>
        </p:nvSpPr>
        <p:spPr>
          <a:xfrm>
            <a:off x="5225075" y="1667413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3"/>
          <p:cNvSpPr/>
          <p:nvPr>
            <p:ph idx="5" type="pic"/>
          </p:nvPr>
        </p:nvSpPr>
        <p:spPr>
          <a:xfrm>
            <a:off x="7053150" y="794238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3"/>
          <p:cNvSpPr/>
          <p:nvPr>
            <p:ph idx="6" type="pic"/>
          </p:nvPr>
        </p:nvSpPr>
        <p:spPr>
          <a:xfrm>
            <a:off x="2610832" y="3971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3"/>
          <p:cNvSpPr/>
          <p:nvPr>
            <p:ph idx="7" type="pic"/>
          </p:nvPr>
        </p:nvSpPr>
        <p:spPr>
          <a:xfrm>
            <a:off x="4435557" y="3089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3"/>
          <p:cNvSpPr/>
          <p:nvPr>
            <p:ph idx="8" type="pic"/>
          </p:nvPr>
        </p:nvSpPr>
        <p:spPr>
          <a:xfrm>
            <a:off x="6267632" y="3957713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43"/>
          <p:cNvSpPr/>
          <p:nvPr>
            <p:ph idx="9" type="pic"/>
          </p:nvPr>
        </p:nvSpPr>
        <p:spPr>
          <a:xfrm>
            <a:off x="8095257" y="3103050"/>
            <a:ext cx="314700" cy="314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+ 1 Image">
  <p:cSld name="CUSTOM_3"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28" name="Google Shape;228;p44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44"/>
          <p:cNvSpPr/>
          <p:nvPr>
            <p:ph idx="2" type="pic"/>
          </p:nvPr>
        </p:nvSpPr>
        <p:spPr>
          <a:xfrm>
            <a:off x="5543049" y="659425"/>
            <a:ext cx="2883000" cy="38466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44"/>
          <p:cNvSpPr txBox="1"/>
          <p:nvPr>
            <p:ph idx="3" type="body"/>
          </p:nvPr>
        </p:nvSpPr>
        <p:spPr>
          <a:xfrm>
            <a:off x="709950" y="2234700"/>
            <a:ext cx="3732600" cy="17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">
  <p:cSld name="CUSTOM_4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3" name="Google Shape;233;p45"/>
          <p:cNvSpPr txBox="1"/>
          <p:nvPr>
            <p:ph type="title"/>
          </p:nvPr>
        </p:nvSpPr>
        <p:spPr>
          <a:xfrm>
            <a:off x="661575" y="424275"/>
            <a:ext cx="26622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5"/>
          <p:cNvSpPr txBox="1"/>
          <p:nvPr>
            <p:ph idx="2" type="body"/>
          </p:nvPr>
        </p:nvSpPr>
        <p:spPr>
          <a:xfrm>
            <a:off x="4102775" y="359345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5" name="Google Shape;235;p45"/>
          <p:cNvSpPr txBox="1"/>
          <p:nvPr>
            <p:ph idx="3" type="body"/>
          </p:nvPr>
        </p:nvSpPr>
        <p:spPr>
          <a:xfrm>
            <a:off x="4102775" y="2858576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6" name="Google Shape;236;p45"/>
          <p:cNvSpPr txBox="1"/>
          <p:nvPr>
            <p:ph idx="4" type="body"/>
          </p:nvPr>
        </p:nvSpPr>
        <p:spPr>
          <a:xfrm>
            <a:off x="4102775" y="2135618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7" name="Google Shape;237;p45"/>
          <p:cNvSpPr txBox="1"/>
          <p:nvPr>
            <p:ph idx="5" type="body"/>
          </p:nvPr>
        </p:nvSpPr>
        <p:spPr>
          <a:xfrm>
            <a:off x="4102775" y="140630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8" name="Google Shape;238;p45"/>
          <p:cNvSpPr/>
          <p:nvPr>
            <p:ph idx="6" type="pic"/>
          </p:nvPr>
        </p:nvSpPr>
        <p:spPr>
          <a:xfrm>
            <a:off x="3444503" y="1501476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9" name="Google Shape;239;p45"/>
          <p:cNvSpPr/>
          <p:nvPr>
            <p:ph idx="7" type="pic"/>
          </p:nvPr>
        </p:nvSpPr>
        <p:spPr>
          <a:xfrm>
            <a:off x="3444503" y="2225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0" name="Google Shape;240;p45"/>
          <p:cNvSpPr/>
          <p:nvPr>
            <p:ph idx="8" type="pic"/>
          </p:nvPr>
        </p:nvSpPr>
        <p:spPr>
          <a:xfrm>
            <a:off x="3444503" y="2946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1" name="Google Shape;241;p45"/>
          <p:cNvSpPr/>
          <p:nvPr>
            <p:ph idx="9" type="pic"/>
          </p:nvPr>
        </p:nvSpPr>
        <p:spPr>
          <a:xfrm>
            <a:off x="3444503" y="3667251"/>
            <a:ext cx="378600" cy="37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ntt Chart">
  <p:cSld name="CUSTOM_6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6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2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7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7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7" name="Google Shape;247;p47"/>
          <p:cNvSpPr txBox="1"/>
          <p:nvPr>
            <p:ph idx="2" type="subTitle"/>
          </p:nvPr>
        </p:nvSpPr>
        <p:spPr>
          <a:xfrm>
            <a:off x="689050" y="531808"/>
            <a:ext cx="3233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8" name="Google Shape;248;p47"/>
          <p:cNvSpPr/>
          <p:nvPr>
            <p:ph idx="3" type="pic"/>
          </p:nvPr>
        </p:nvSpPr>
        <p:spPr>
          <a:xfrm>
            <a:off x="863700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47"/>
          <p:cNvSpPr txBox="1"/>
          <p:nvPr>
            <p:ph idx="4" type="body"/>
          </p:nvPr>
        </p:nvSpPr>
        <p:spPr>
          <a:xfrm>
            <a:off x="1774150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50" name="Google Shape;250;p47"/>
          <p:cNvSpPr txBox="1"/>
          <p:nvPr>
            <p:ph idx="5" type="subTitle"/>
          </p:nvPr>
        </p:nvSpPr>
        <p:spPr>
          <a:xfrm>
            <a:off x="1774950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/>
          <p:nvPr>
            <p:ph idx="6" type="pic"/>
          </p:nvPr>
        </p:nvSpPr>
        <p:spPr>
          <a:xfrm>
            <a:off x="5120475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7"/>
          <p:cNvSpPr txBox="1"/>
          <p:nvPr>
            <p:ph idx="7" type="body"/>
          </p:nvPr>
        </p:nvSpPr>
        <p:spPr>
          <a:xfrm>
            <a:off x="6030925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53" name="Google Shape;253;p47"/>
          <p:cNvSpPr txBox="1"/>
          <p:nvPr>
            <p:ph idx="8" type="subTitle"/>
          </p:nvPr>
        </p:nvSpPr>
        <p:spPr>
          <a:xfrm>
            <a:off x="6031725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/>
          <p:nvPr>
            <p:ph idx="9" type="pic"/>
          </p:nvPr>
        </p:nvSpPr>
        <p:spPr>
          <a:xfrm>
            <a:off x="863700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47"/>
          <p:cNvSpPr txBox="1"/>
          <p:nvPr>
            <p:ph idx="13" type="body"/>
          </p:nvPr>
        </p:nvSpPr>
        <p:spPr>
          <a:xfrm>
            <a:off x="1774150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14" type="subTitle"/>
          </p:nvPr>
        </p:nvSpPr>
        <p:spPr>
          <a:xfrm>
            <a:off x="1774950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47"/>
          <p:cNvSpPr/>
          <p:nvPr>
            <p:ph idx="15" type="pic"/>
          </p:nvPr>
        </p:nvSpPr>
        <p:spPr>
          <a:xfrm>
            <a:off x="5120475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47"/>
          <p:cNvSpPr txBox="1"/>
          <p:nvPr>
            <p:ph idx="16" type="body"/>
          </p:nvPr>
        </p:nvSpPr>
        <p:spPr>
          <a:xfrm>
            <a:off x="6030925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59" name="Google Shape;259;p47"/>
          <p:cNvSpPr txBox="1"/>
          <p:nvPr>
            <p:ph idx="17" type="subTitle"/>
          </p:nvPr>
        </p:nvSpPr>
        <p:spPr>
          <a:xfrm>
            <a:off x="6031725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1">
  <p:cSld name="CUSTOM_8">
    <p:bg>
      <p:bgPr>
        <a:solidFill>
          <a:schemeClr val="accent3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8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8"/>
          <p:cNvSpPr/>
          <p:nvPr>
            <p:ph idx="2" type="pic"/>
          </p:nvPr>
        </p:nvSpPr>
        <p:spPr>
          <a:xfrm>
            <a:off x="12246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48"/>
          <p:cNvSpPr/>
          <p:nvPr>
            <p:ph idx="3" type="pic"/>
          </p:nvPr>
        </p:nvSpPr>
        <p:spPr>
          <a:xfrm>
            <a:off x="31050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8"/>
          <p:cNvSpPr/>
          <p:nvPr>
            <p:ph idx="4" type="pic"/>
          </p:nvPr>
        </p:nvSpPr>
        <p:spPr>
          <a:xfrm>
            <a:off x="499848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48"/>
          <p:cNvSpPr/>
          <p:nvPr>
            <p:ph idx="5" type="pic"/>
          </p:nvPr>
        </p:nvSpPr>
        <p:spPr>
          <a:xfrm>
            <a:off x="689193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48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2">
  <p:cSld name="CUSTOM_9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9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Calendar">
  <p:cSld name="CUSTOM_10"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/>
          <p:nvPr/>
        </p:nvSpPr>
        <p:spPr>
          <a:xfrm>
            <a:off x="4700100" y="0"/>
            <a:ext cx="4443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0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3" name="Google Shape;273;p50"/>
          <p:cNvSpPr txBox="1"/>
          <p:nvPr>
            <p:ph idx="2" type="subTitle"/>
          </p:nvPr>
        </p:nvSpPr>
        <p:spPr>
          <a:xfrm>
            <a:off x="689050" y="531800"/>
            <a:ext cx="1507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4" name="Google Shape;274;p50"/>
          <p:cNvSpPr/>
          <p:nvPr>
            <p:ph idx="3" type="pic"/>
          </p:nvPr>
        </p:nvSpPr>
        <p:spPr>
          <a:xfrm>
            <a:off x="5299922" y="644675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50"/>
          <p:cNvSpPr/>
          <p:nvPr>
            <p:ph idx="4" type="pic"/>
          </p:nvPr>
        </p:nvSpPr>
        <p:spPr>
          <a:xfrm>
            <a:off x="5299922" y="1678237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50"/>
          <p:cNvSpPr txBox="1"/>
          <p:nvPr>
            <p:ph idx="5" type="body"/>
          </p:nvPr>
        </p:nvSpPr>
        <p:spPr>
          <a:xfrm>
            <a:off x="5529550" y="557100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7" name="Google Shape;277;p50"/>
          <p:cNvSpPr txBox="1"/>
          <p:nvPr>
            <p:ph idx="6" type="body"/>
          </p:nvPr>
        </p:nvSpPr>
        <p:spPr>
          <a:xfrm>
            <a:off x="5529554" y="678452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78" name="Google Shape;278;p50"/>
          <p:cNvSpPr txBox="1"/>
          <p:nvPr>
            <p:ph idx="7" type="body"/>
          </p:nvPr>
        </p:nvSpPr>
        <p:spPr>
          <a:xfrm>
            <a:off x="5529550" y="1636031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9" name="Google Shape;279;p50"/>
          <p:cNvSpPr txBox="1"/>
          <p:nvPr>
            <p:ph idx="8" type="body"/>
          </p:nvPr>
        </p:nvSpPr>
        <p:spPr>
          <a:xfrm>
            <a:off x="5529554" y="1757384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80" name="Google Shape;280;p50"/>
          <p:cNvSpPr/>
          <p:nvPr>
            <p:ph idx="9" type="pic"/>
          </p:nvPr>
        </p:nvSpPr>
        <p:spPr>
          <a:xfrm>
            <a:off x="5299922" y="276526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50"/>
          <p:cNvSpPr txBox="1"/>
          <p:nvPr>
            <p:ph idx="13" type="body"/>
          </p:nvPr>
        </p:nvSpPr>
        <p:spPr>
          <a:xfrm>
            <a:off x="5529550" y="2723054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2" name="Google Shape;282;p50"/>
          <p:cNvSpPr txBox="1"/>
          <p:nvPr>
            <p:ph idx="14" type="body"/>
          </p:nvPr>
        </p:nvSpPr>
        <p:spPr>
          <a:xfrm>
            <a:off x="5529554" y="2844406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83" name="Google Shape;283;p50"/>
          <p:cNvSpPr/>
          <p:nvPr>
            <p:ph idx="15" type="pic"/>
          </p:nvPr>
        </p:nvSpPr>
        <p:spPr>
          <a:xfrm>
            <a:off x="5299922" y="385261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50"/>
          <p:cNvSpPr txBox="1"/>
          <p:nvPr>
            <p:ph idx="16" type="body"/>
          </p:nvPr>
        </p:nvSpPr>
        <p:spPr>
          <a:xfrm>
            <a:off x="5529550" y="3810398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5" name="Google Shape;285;p50"/>
          <p:cNvSpPr txBox="1"/>
          <p:nvPr>
            <p:ph idx="17" type="body"/>
          </p:nvPr>
        </p:nvSpPr>
        <p:spPr>
          <a:xfrm>
            <a:off x="5529554" y="3931751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">
  <p:cSld name="CUSTOM_11">
    <p:bg>
      <p:bgPr>
        <a:solidFill>
          <a:schemeClr val="accent3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8" name="Google Shape;288;p51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51"/>
          <p:cNvSpPr txBox="1"/>
          <p:nvPr>
            <p:ph idx="2" type="body"/>
          </p:nvPr>
        </p:nvSpPr>
        <p:spPr>
          <a:xfrm>
            <a:off x="687900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0" name="Google Shape;290;p51"/>
          <p:cNvSpPr txBox="1"/>
          <p:nvPr>
            <p:ph idx="3" type="body"/>
          </p:nvPr>
        </p:nvSpPr>
        <p:spPr>
          <a:xfrm>
            <a:off x="2262132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4" type="body"/>
          </p:nvPr>
        </p:nvSpPr>
        <p:spPr>
          <a:xfrm>
            <a:off x="3827041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2" name="Google Shape;292;p51"/>
          <p:cNvSpPr txBox="1"/>
          <p:nvPr>
            <p:ph idx="5" type="body"/>
          </p:nvPr>
        </p:nvSpPr>
        <p:spPr>
          <a:xfrm>
            <a:off x="5397375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6" type="body"/>
          </p:nvPr>
        </p:nvSpPr>
        <p:spPr>
          <a:xfrm>
            <a:off x="6956568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4" name="Google Shape;294;p51"/>
          <p:cNvSpPr/>
          <p:nvPr>
            <p:ph idx="7" type="pic"/>
          </p:nvPr>
        </p:nvSpPr>
        <p:spPr>
          <a:xfrm>
            <a:off x="7279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51"/>
          <p:cNvSpPr/>
          <p:nvPr>
            <p:ph idx="8" type="pic"/>
          </p:nvPr>
        </p:nvSpPr>
        <p:spPr>
          <a:xfrm>
            <a:off x="7279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51"/>
          <p:cNvSpPr/>
          <p:nvPr>
            <p:ph idx="9" type="pic"/>
          </p:nvPr>
        </p:nvSpPr>
        <p:spPr>
          <a:xfrm>
            <a:off x="7279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51"/>
          <p:cNvSpPr/>
          <p:nvPr>
            <p:ph idx="13" type="pic"/>
          </p:nvPr>
        </p:nvSpPr>
        <p:spPr>
          <a:xfrm>
            <a:off x="7279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51"/>
          <p:cNvSpPr/>
          <p:nvPr>
            <p:ph idx="14" type="pic"/>
          </p:nvPr>
        </p:nvSpPr>
        <p:spPr>
          <a:xfrm>
            <a:off x="229647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51"/>
          <p:cNvSpPr/>
          <p:nvPr>
            <p:ph idx="15" type="pic"/>
          </p:nvPr>
        </p:nvSpPr>
        <p:spPr>
          <a:xfrm>
            <a:off x="386500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51"/>
          <p:cNvSpPr/>
          <p:nvPr>
            <p:ph idx="16" type="pic"/>
          </p:nvPr>
        </p:nvSpPr>
        <p:spPr>
          <a:xfrm>
            <a:off x="543352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51"/>
          <p:cNvSpPr/>
          <p:nvPr>
            <p:ph idx="17" type="pic"/>
          </p:nvPr>
        </p:nvSpPr>
        <p:spPr>
          <a:xfrm>
            <a:off x="70020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51"/>
          <p:cNvSpPr/>
          <p:nvPr>
            <p:ph idx="18" type="pic"/>
          </p:nvPr>
        </p:nvSpPr>
        <p:spPr>
          <a:xfrm>
            <a:off x="229647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51"/>
          <p:cNvSpPr/>
          <p:nvPr>
            <p:ph idx="19" type="pic"/>
          </p:nvPr>
        </p:nvSpPr>
        <p:spPr>
          <a:xfrm>
            <a:off x="229647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51"/>
          <p:cNvSpPr/>
          <p:nvPr>
            <p:ph idx="20" type="pic"/>
          </p:nvPr>
        </p:nvSpPr>
        <p:spPr>
          <a:xfrm>
            <a:off x="229647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51"/>
          <p:cNvSpPr/>
          <p:nvPr>
            <p:ph idx="21" type="pic"/>
          </p:nvPr>
        </p:nvSpPr>
        <p:spPr>
          <a:xfrm>
            <a:off x="386500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51"/>
          <p:cNvSpPr/>
          <p:nvPr>
            <p:ph idx="22" type="pic"/>
          </p:nvPr>
        </p:nvSpPr>
        <p:spPr>
          <a:xfrm>
            <a:off x="386500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51"/>
          <p:cNvSpPr/>
          <p:nvPr>
            <p:ph idx="23" type="pic"/>
          </p:nvPr>
        </p:nvSpPr>
        <p:spPr>
          <a:xfrm>
            <a:off x="386500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51"/>
          <p:cNvSpPr/>
          <p:nvPr>
            <p:ph idx="24" type="pic"/>
          </p:nvPr>
        </p:nvSpPr>
        <p:spPr>
          <a:xfrm>
            <a:off x="543352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51"/>
          <p:cNvSpPr/>
          <p:nvPr>
            <p:ph idx="25" type="pic"/>
          </p:nvPr>
        </p:nvSpPr>
        <p:spPr>
          <a:xfrm>
            <a:off x="543352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51"/>
          <p:cNvSpPr/>
          <p:nvPr>
            <p:ph idx="26" type="pic"/>
          </p:nvPr>
        </p:nvSpPr>
        <p:spPr>
          <a:xfrm>
            <a:off x="543352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51"/>
          <p:cNvSpPr/>
          <p:nvPr>
            <p:ph idx="27" type="pic"/>
          </p:nvPr>
        </p:nvSpPr>
        <p:spPr>
          <a:xfrm>
            <a:off x="70020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51"/>
          <p:cNvSpPr/>
          <p:nvPr>
            <p:ph idx="28" type="pic"/>
          </p:nvPr>
        </p:nvSpPr>
        <p:spPr>
          <a:xfrm>
            <a:off x="70020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51"/>
          <p:cNvSpPr/>
          <p:nvPr>
            <p:ph idx="29" type="pic"/>
          </p:nvPr>
        </p:nvSpPr>
        <p:spPr>
          <a:xfrm>
            <a:off x="70020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Load Time Optimization">
  <p:cSld name="CUSTOM_13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2"/>
          <p:cNvSpPr/>
          <p:nvPr>
            <p:ph idx="2" type="pic"/>
          </p:nvPr>
        </p:nvSpPr>
        <p:spPr>
          <a:xfrm>
            <a:off x="7910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52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7" name="Google Shape;317;p52"/>
          <p:cNvSpPr txBox="1"/>
          <p:nvPr>
            <p:ph type="title"/>
          </p:nvPr>
        </p:nvSpPr>
        <p:spPr>
          <a:xfrm>
            <a:off x="661576" y="424275"/>
            <a:ext cx="7890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52"/>
          <p:cNvSpPr txBox="1"/>
          <p:nvPr>
            <p:ph idx="3" type="body"/>
          </p:nvPr>
        </p:nvSpPr>
        <p:spPr>
          <a:xfrm>
            <a:off x="1890825" y="3120325"/>
            <a:ext cx="1186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9" name="Google Shape;319;p52"/>
          <p:cNvSpPr txBox="1"/>
          <p:nvPr>
            <p:ph idx="4" type="body"/>
          </p:nvPr>
        </p:nvSpPr>
        <p:spPr>
          <a:xfrm>
            <a:off x="1890825" y="3446750"/>
            <a:ext cx="11862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20" name="Google Shape;320;p52"/>
          <p:cNvSpPr/>
          <p:nvPr>
            <p:ph idx="5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52"/>
          <p:cNvSpPr txBox="1"/>
          <p:nvPr>
            <p:ph idx="6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22" name="Google Shape;322;p52"/>
          <p:cNvSpPr txBox="1"/>
          <p:nvPr>
            <p:ph idx="7" type="body"/>
          </p:nvPr>
        </p:nvSpPr>
        <p:spPr>
          <a:xfrm>
            <a:off x="5901025" y="2091050"/>
            <a:ext cx="27621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23" name="Google Shape;323;p52"/>
          <p:cNvSpPr txBox="1"/>
          <p:nvPr>
            <p:ph idx="8" type="body"/>
          </p:nvPr>
        </p:nvSpPr>
        <p:spPr>
          <a:xfrm>
            <a:off x="5908675" y="3140275"/>
            <a:ext cx="27123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Collaboration">
  <p:cSld name="CUSTOM_13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/>
          <p:nvPr>
            <p:ph idx="2" type="pic"/>
          </p:nvPr>
        </p:nvSpPr>
        <p:spPr>
          <a:xfrm>
            <a:off x="287610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5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27" name="Google Shape;327;p53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53"/>
          <p:cNvSpPr/>
          <p:nvPr>
            <p:ph idx="3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3"/>
          <p:cNvSpPr txBox="1"/>
          <p:nvPr>
            <p:ph idx="4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30" name="Google Shape;330;p53"/>
          <p:cNvSpPr txBox="1"/>
          <p:nvPr>
            <p:ph idx="5" type="body"/>
          </p:nvPr>
        </p:nvSpPr>
        <p:spPr>
          <a:xfrm>
            <a:off x="5901025" y="2091050"/>
            <a:ext cx="24588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31" name="Google Shape;331;p53"/>
          <p:cNvSpPr txBox="1"/>
          <p:nvPr>
            <p:ph idx="6" type="body"/>
          </p:nvPr>
        </p:nvSpPr>
        <p:spPr>
          <a:xfrm>
            <a:off x="5908675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HitGub Integration">
  <p:cSld name="CUSTOM_13_1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/>
          <p:nvPr>
            <p:ph idx="2" type="pic"/>
          </p:nvPr>
        </p:nvSpPr>
        <p:spPr>
          <a:xfrm>
            <a:off x="4960075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4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35" name="Google Shape;335;p54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54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37" name="Google Shape;337;p54"/>
          <p:cNvSpPr txBox="1"/>
          <p:nvPr>
            <p:ph idx="5" type="body"/>
          </p:nvPr>
        </p:nvSpPr>
        <p:spPr>
          <a:xfrm>
            <a:off x="676500" y="2091050"/>
            <a:ext cx="2742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38" name="Google Shape;338;p54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39" name="Google Shape;339;p54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Event Tracking">
  <p:cSld name="CUSTOM_13_1_1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5"/>
          <p:cNvSpPr/>
          <p:nvPr>
            <p:ph idx="2" type="pic"/>
          </p:nvPr>
        </p:nvSpPr>
        <p:spPr>
          <a:xfrm>
            <a:off x="70537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5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43" name="Google Shape;343;p55"/>
          <p:cNvSpPr txBox="1"/>
          <p:nvPr>
            <p:ph type="title"/>
          </p:nvPr>
        </p:nvSpPr>
        <p:spPr>
          <a:xfrm>
            <a:off x="661576" y="424275"/>
            <a:ext cx="78558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55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55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46" name="Google Shape;346;p55"/>
          <p:cNvSpPr txBox="1"/>
          <p:nvPr>
            <p:ph idx="5" type="body"/>
          </p:nvPr>
        </p:nvSpPr>
        <p:spPr>
          <a:xfrm>
            <a:off x="676500" y="2091050"/>
            <a:ext cx="2677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47" name="Google Shape;347;p55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 - Risks">
  <p:cSld name="CUSTOM_1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6"/>
          <p:cNvSpPr/>
          <p:nvPr>
            <p:ph idx="2" type="pic"/>
          </p:nvPr>
        </p:nvSpPr>
        <p:spPr>
          <a:xfrm>
            <a:off x="5215175" y="0"/>
            <a:ext cx="392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56"/>
          <p:cNvSpPr txBox="1"/>
          <p:nvPr>
            <p:ph idx="1" type="body"/>
          </p:nvPr>
        </p:nvSpPr>
        <p:spPr>
          <a:xfrm>
            <a:off x="687900" y="292725"/>
            <a:ext cx="3755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3" type="subTitle"/>
          </p:nvPr>
        </p:nvSpPr>
        <p:spPr>
          <a:xfrm>
            <a:off x="689235" y="531804"/>
            <a:ext cx="3754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4" type="body"/>
          </p:nvPr>
        </p:nvSpPr>
        <p:spPr>
          <a:xfrm>
            <a:off x="688425" y="941550"/>
            <a:ext cx="3755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5" type="body"/>
          </p:nvPr>
        </p:nvSpPr>
        <p:spPr>
          <a:xfrm>
            <a:off x="1129400" y="2768850"/>
            <a:ext cx="3314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6">
    <p:bg>
      <p:bgPr>
        <a:solidFill>
          <a:schemeClr val="accent3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7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56" name="Google Shape;356;p57"/>
          <p:cNvSpPr txBox="1"/>
          <p:nvPr>
            <p:ph type="title"/>
          </p:nvPr>
        </p:nvSpPr>
        <p:spPr>
          <a:xfrm>
            <a:off x="646035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57"/>
          <p:cNvSpPr txBox="1"/>
          <p:nvPr>
            <p:ph idx="2" type="body"/>
          </p:nvPr>
        </p:nvSpPr>
        <p:spPr>
          <a:xfrm>
            <a:off x="688425" y="1433475"/>
            <a:ext cx="28674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58" name="Google Shape;358;p57"/>
          <p:cNvSpPr txBox="1"/>
          <p:nvPr>
            <p:ph idx="3" type="body"/>
          </p:nvPr>
        </p:nvSpPr>
        <p:spPr>
          <a:xfrm>
            <a:off x="4724950" y="3620575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59" name="Google Shape;359;p57"/>
          <p:cNvSpPr txBox="1"/>
          <p:nvPr>
            <p:ph idx="4" type="body"/>
          </p:nvPr>
        </p:nvSpPr>
        <p:spPr>
          <a:xfrm>
            <a:off x="4724950" y="2596937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60" name="Google Shape;360;p57"/>
          <p:cNvSpPr txBox="1"/>
          <p:nvPr>
            <p:ph idx="5" type="body"/>
          </p:nvPr>
        </p:nvSpPr>
        <p:spPr>
          <a:xfrm>
            <a:off x="4724950" y="1567600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CUSTOM_17">
    <p:bg>
      <p:bgPr>
        <a:solidFill>
          <a:schemeClr val="accent3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/>
          <p:nvPr>
            <p:ph type="title"/>
          </p:nvPr>
        </p:nvSpPr>
        <p:spPr>
          <a:xfrm>
            <a:off x="667650" y="230375"/>
            <a:ext cx="7692300" cy="25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58"/>
          <p:cNvSpPr txBox="1"/>
          <p:nvPr>
            <p:ph idx="2" type="title"/>
          </p:nvPr>
        </p:nvSpPr>
        <p:spPr>
          <a:xfrm>
            <a:off x="667650" y="3872300"/>
            <a:ext cx="76923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8">
    <p:bg>
      <p:bgPr>
        <a:solidFill>
          <a:schemeClr val="accent3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9"/>
          <p:cNvSpPr/>
          <p:nvPr>
            <p:ph idx="2" type="pic"/>
          </p:nvPr>
        </p:nvSpPr>
        <p:spPr>
          <a:xfrm>
            <a:off x="4700175" y="0"/>
            <a:ext cx="4443900" cy="29910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59"/>
          <p:cNvSpPr txBox="1"/>
          <p:nvPr>
            <p:ph type="title"/>
          </p:nvPr>
        </p:nvSpPr>
        <p:spPr>
          <a:xfrm>
            <a:off x="407350" y="3366041"/>
            <a:ext cx="82701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cxnSp>
        <p:nvCxnSpPr>
          <p:cNvPr id="367" name="Google Shape;367;p59"/>
          <p:cNvCxnSpPr/>
          <p:nvPr/>
        </p:nvCxnSpPr>
        <p:spPr>
          <a:xfrm>
            <a:off x="-3150" y="677850"/>
            <a:ext cx="5232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9">
    <p:bg>
      <p:bgPr>
        <a:solidFill>
          <a:schemeClr val="accent3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0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70" name="Google Shape;370;p60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71" name="Google Shape;371;p60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2">
  <p:cSld name="CUSTOM_19_2">
    <p:bg>
      <p:bgPr>
        <a:solidFill>
          <a:schemeClr val="lt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74" name="Google Shape;374;p61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75" name="Google Shape;375;p61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9_1">
    <p:bg>
      <p:bgPr>
        <a:solidFill>
          <a:schemeClr val="accent4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2"/>
          <p:cNvSpPr/>
          <p:nvPr/>
        </p:nvSpPr>
        <p:spPr>
          <a:xfrm rot="-5400000">
            <a:off x="3536425" y="-458475"/>
            <a:ext cx="5185800" cy="6064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62"/>
          <p:cNvSpPr/>
          <p:nvPr/>
        </p:nvSpPr>
        <p:spPr>
          <a:xfrm rot="-5400000">
            <a:off x="-1042850" y="1013775"/>
            <a:ext cx="51783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62"/>
          <p:cNvSpPr/>
          <p:nvPr>
            <p:ph idx="2" type="pic"/>
          </p:nvPr>
        </p:nvSpPr>
        <p:spPr>
          <a:xfrm>
            <a:off x="777750" y="938695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380" name="Google Shape;380;p62"/>
          <p:cNvSpPr/>
          <p:nvPr>
            <p:ph idx="3" type="pic"/>
          </p:nvPr>
        </p:nvSpPr>
        <p:spPr>
          <a:xfrm>
            <a:off x="4115400" y="921995"/>
            <a:ext cx="4127700" cy="23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0">
    <p:bg>
      <p:bgPr>
        <a:solidFill>
          <a:schemeClr val="l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/>
          <p:nvPr>
            <p:ph idx="2" type="pic"/>
          </p:nvPr>
        </p:nvSpPr>
        <p:spPr>
          <a:xfrm>
            <a:off x="936975" y="869000"/>
            <a:ext cx="1607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383" name="Google Shape;383;p63"/>
          <p:cNvSpPr/>
          <p:nvPr>
            <p:ph idx="3" type="pic"/>
          </p:nvPr>
        </p:nvSpPr>
        <p:spPr>
          <a:xfrm>
            <a:off x="3514600" y="869000"/>
            <a:ext cx="4798800" cy="34131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1"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4"/>
          <p:cNvSpPr/>
          <p:nvPr>
            <p:ph idx="2" type="pic"/>
          </p:nvPr>
        </p:nvSpPr>
        <p:spPr>
          <a:xfrm>
            <a:off x="2068775" y="933200"/>
            <a:ext cx="4994100" cy="312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Phone mockup">
  <p:cSld name="CUSTOM_22_1">
    <p:bg>
      <p:bgPr>
        <a:solidFill>
          <a:schemeClr val="accent3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5"/>
          <p:cNvSpPr/>
          <p:nvPr>
            <p:ph idx="2" type="pic"/>
          </p:nvPr>
        </p:nvSpPr>
        <p:spPr>
          <a:xfrm>
            <a:off x="6682707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88" name="Google Shape;388;p65"/>
          <p:cNvSpPr/>
          <p:nvPr>
            <p:ph idx="3" type="pic"/>
          </p:nvPr>
        </p:nvSpPr>
        <p:spPr>
          <a:xfrm>
            <a:off x="4143672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89" name="Google Shape;389;p6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90" name="Google Shape;390;p65"/>
          <p:cNvSpPr txBox="1"/>
          <p:nvPr>
            <p:ph idx="4" type="body"/>
          </p:nvPr>
        </p:nvSpPr>
        <p:spPr>
          <a:xfrm>
            <a:off x="689250" y="3870075"/>
            <a:ext cx="1968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91" name="Google Shape;391;p65"/>
          <p:cNvSpPr txBox="1"/>
          <p:nvPr>
            <p:ph idx="5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Devices mockup">
  <p:cSld name="CUSTOM_24_1">
    <p:bg>
      <p:bgPr>
        <a:solidFill>
          <a:schemeClr val="lt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6"/>
          <p:cNvSpPr txBox="1"/>
          <p:nvPr>
            <p:ph idx="1" type="body"/>
          </p:nvPr>
        </p:nvSpPr>
        <p:spPr>
          <a:xfrm>
            <a:off x="687900" y="292725"/>
            <a:ext cx="1471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94" name="Google Shape;394;p66"/>
          <p:cNvSpPr txBox="1"/>
          <p:nvPr>
            <p:ph idx="2" type="body"/>
          </p:nvPr>
        </p:nvSpPr>
        <p:spPr>
          <a:xfrm>
            <a:off x="5484300" y="292725"/>
            <a:ext cx="2997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63200" y="76200"/>
            <a:ext cx="84579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exend Light"/>
              <a:buNone/>
              <a:defRPr sz="4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36825" y="2540475"/>
            <a:ext cx="42093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"/>
              <a:buChar char="●"/>
              <a:defRPr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Char char="○"/>
              <a:defRPr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exend"/>
              <a:buChar char="●"/>
              <a:defRPr sz="1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○"/>
              <a:defRPr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"/>
              <a:buChar char="■"/>
              <a:defRPr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Char char="●"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"/>
              <a:buChar char="○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29">
          <p15:clr>
            <a:srgbClr val="E46962"/>
          </p15:clr>
        </p15:guide>
        <p15:guide id="2" pos="494">
          <p15:clr>
            <a:srgbClr val="E46962"/>
          </p15:clr>
        </p15:guide>
        <p15:guide id="3" pos="823">
          <p15:clr>
            <a:srgbClr val="E46962"/>
          </p15:clr>
        </p15:guide>
        <p15:guide id="4" pos="988">
          <p15:clr>
            <a:srgbClr val="E46962"/>
          </p15:clr>
        </p15:guide>
        <p15:guide id="5" pos="1317">
          <p15:clr>
            <a:srgbClr val="E46962"/>
          </p15:clr>
        </p15:guide>
        <p15:guide id="6" pos="1482">
          <p15:clr>
            <a:srgbClr val="E46962"/>
          </p15:clr>
        </p15:guide>
        <p15:guide id="7" pos="1811">
          <p15:clr>
            <a:srgbClr val="E46962"/>
          </p15:clr>
        </p15:guide>
        <p15:guide id="8" pos="1976">
          <p15:clr>
            <a:srgbClr val="E46962"/>
          </p15:clr>
        </p15:guide>
        <p15:guide id="9" pos="2305">
          <p15:clr>
            <a:srgbClr val="E46962"/>
          </p15:clr>
        </p15:guide>
        <p15:guide id="10" pos="2470">
          <p15:clr>
            <a:srgbClr val="E46962"/>
          </p15:clr>
        </p15:guide>
        <p15:guide id="11" pos="2799">
          <p15:clr>
            <a:srgbClr val="E46962"/>
          </p15:clr>
        </p15:guide>
        <p15:guide id="12" pos="5431">
          <p15:clr>
            <a:srgbClr val="E46962"/>
          </p15:clr>
        </p15:guide>
        <p15:guide id="13" pos="5266">
          <p15:clr>
            <a:srgbClr val="E46962"/>
          </p15:clr>
        </p15:guide>
        <p15:guide id="14" pos="4937">
          <p15:clr>
            <a:srgbClr val="E46962"/>
          </p15:clr>
        </p15:guide>
        <p15:guide id="15" pos="4772">
          <p15:clr>
            <a:srgbClr val="E46962"/>
          </p15:clr>
        </p15:guide>
        <p15:guide id="16" pos="4443">
          <p15:clr>
            <a:srgbClr val="E46962"/>
          </p15:clr>
        </p15:guide>
        <p15:guide id="17" pos="4278">
          <p15:clr>
            <a:srgbClr val="E46962"/>
          </p15:clr>
        </p15:guide>
        <p15:guide id="18" pos="3949">
          <p15:clr>
            <a:srgbClr val="E46962"/>
          </p15:clr>
        </p15:guide>
        <p15:guide id="19" pos="3784">
          <p15:clr>
            <a:srgbClr val="E46962"/>
          </p15:clr>
        </p15:guide>
        <p15:guide id="20" pos="3455">
          <p15:clr>
            <a:srgbClr val="E46962"/>
          </p15:clr>
        </p15:guide>
        <p15:guide id="21" pos="3290">
          <p15:clr>
            <a:srgbClr val="E46962"/>
          </p15:clr>
        </p15:guide>
        <p15:guide id="22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7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Hanzi Database</a:t>
            </a:r>
            <a:endParaRPr/>
          </a:p>
        </p:txBody>
      </p:sp>
      <p:sp>
        <p:nvSpPr>
          <p:cNvPr id="400" name="Google Shape;400;p67"/>
          <p:cNvSpPr txBox="1"/>
          <p:nvPr>
            <p:ph idx="1" type="subTitle"/>
          </p:nvPr>
        </p:nvSpPr>
        <p:spPr>
          <a:xfrm>
            <a:off x="36000" y="2038650"/>
            <a:ext cx="41106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Organization of Chinese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Characters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by Helena Kazenski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401" name="Google Shape;401;p67"/>
          <p:cNvSpPr txBox="1"/>
          <p:nvPr>
            <p:ph idx="2" type="body"/>
          </p:nvPr>
        </p:nvSpPr>
        <p:spPr>
          <a:xfrm>
            <a:off x="341375" y="4655800"/>
            <a:ext cx="20883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CS333 - Database Systems</a:t>
            </a:r>
            <a:endParaRPr/>
          </a:p>
        </p:txBody>
      </p:sp>
      <p:sp>
        <p:nvSpPr>
          <p:cNvPr id="402" name="Google Shape;402;p67"/>
          <p:cNvSpPr txBox="1"/>
          <p:nvPr>
            <p:ph idx="4" type="body"/>
          </p:nvPr>
        </p:nvSpPr>
        <p:spPr>
          <a:xfrm>
            <a:off x="2652248" y="4655800"/>
            <a:ext cx="19407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December 2025</a:t>
            </a:r>
            <a:endParaRPr/>
          </a:p>
        </p:txBody>
      </p:sp>
      <p:pic>
        <p:nvPicPr>
          <p:cNvPr descr="Hanging Chinese New Year banners (Provided by Getty Images)" id="403" name="Google Shape;40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1000" y="1857550"/>
            <a:ext cx="4734459" cy="3155549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8"/>
          <p:cNvSpPr txBox="1"/>
          <p:nvPr>
            <p:ph type="title"/>
          </p:nvPr>
        </p:nvSpPr>
        <p:spPr>
          <a:xfrm>
            <a:off x="3044550" y="492475"/>
            <a:ext cx="3054900" cy="660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hanzi?</a:t>
            </a:r>
            <a:endParaRPr/>
          </a:p>
        </p:txBody>
      </p:sp>
      <p:sp>
        <p:nvSpPr>
          <p:cNvPr id="409" name="Google Shape;409;p68"/>
          <p:cNvSpPr txBox="1"/>
          <p:nvPr>
            <p:ph idx="1" type="body"/>
          </p:nvPr>
        </p:nvSpPr>
        <p:spPr>
          <a:xfrm>
            <a:off x="429525" y="1376650"/>
            <a:ext cx="4564500" cy="3243300"/>
          </a:xfrm>
          <a:prstGeom prst="rect">
            <a:avLst/>
          </a:prstGeom>
          <a:solidFill>
            <a:srgbClr val="76A5AF"/>
          </a:solidFill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025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970"/>
              <a:buChar char="●"/>
            </a:pPr>
            <a:r>
              <a:rPr lang="en">
                <a:solidFill>
                  <a:schemeClr val="dk1"/>
                </a:solidFill>
              </a:rPr>
              <a:t>Oldest continuously used writing system in the world.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2577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69970"/>
              <a:buChar char="●"/>
            </a:pPr>
            <a:r>
              <a:rPr lang="en">
                <a:solidFill>
                  <a:schemeClr val="dk1"/>
                </a:solidFill>
              </a:rPr>
              <a:t>Logographic; each character represents a word, or concept, rather than just a sound like letters.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2577" lvl="0" marL="457200" rtl="0" algn="l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ct val="69970"/>
              <a:buChar char="●"/>
            </a:pPr>
            <a:r>
              <a:rPr lang="en">
                <a:solidFill>
                  <a:schemeClr val="dk1"/>
                </a:solidFill>
              </a:rPr>
              <a:t>Components; hanzi characters are composed of radicals (components that convey meaning) and phonetic elements.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10" name="Google Shape;410;p68" title="hanzi radical breakdow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088" y="1622763"/>
            <a:ext cx="3815724" cy="2109875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1" name="Google Shape;411;p68"/>
          <p:cNvSpPr txBox="1"/>
          <p:nvPr>
            <p:ph type="title"/>
          </p:nvPr>
        </p:nvSpPr>
        <p:spPr>
          <a:xfrm>
            <a:off x="5420900" y="3955175"/>
            <a:ext cx="3242100" cy="4212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/>
              <a:t>*Example of radical usage in hanzi</a:t>
            </a:r>
            <a:endParaRPr sz="14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9"/>
          <p:cNvSpPr txBox="1"/>
          <p:nvPr>
            <p:ph type="title"/>
          </p:nvPr>
        </p:nvSpPr>
        <p:spPr>
          <a:xfrm>
            <a:off x="2767350" y="524500"/>
            <a:ext cx="3609300" cy="6366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 hanzi database?</a:t>
            </a:r>
            <a:endParaRPr/>
          </a:p>
        </p:txBody>
      </p:sp>
      <p:sp>
        <p:nvSpPr>
          <p:cNvPr id="417" name="Google Shape;417;p69"/>
          <p:cNvSpPr txBox="1"/>
          <p:nvPr>
            <p:ph idx="1" type="body"/>
          </p:nvPr>
        </p:nvSpPr>
        <p:spPr>
          <a:xfrm>
            <a:off x="429525" y="1376650"/>
            <a:ext cx="4564500" cy="3243300"/>
          </a:xfrm>
          <a:prstGeom prst="rect">
            <a:avLst/>
          </a:prstGeom>
          <a:solidFill>
            <a:srgbClr val="76A5AF"/>
          </a:solidFill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2859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771"/>
              <a:buChar char="●"/>
            </a:pPr>
            <a:r>
              <a:rPr lang="en" sz="1985">
                <a:solidFill>
                  <a:schemeClr val="dk1"/>
                </a:solidFill>
              </a:rPr>
              <a:t>While similar to a dictionary, this database has the potential to be expanded further to carry out more functions, such as:</a:t>
            </a:r>
            <a:endParaRPr sz="1985">
              <a:solidFill>
                <a:schemeClr val="dk1"/>
              </a:solidFill>
            </a:endParaRPr>
          </a:p>
          <a:p>
            <a:pPr indent="-304971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24">
                <a:solidFill>
                  <a:schemeClr val="dk1"/>
                </a:solidFill>
              </a:rPr>
              <a:t>Can help with language learning. </a:t>
            </a:r>
            <a:endParaRPr sz="1924">
              <a:solidFill>
                <a:schemeClr val="dk1"/>
              </a:solidFill>
            </a:endParaRPr>
          </a:p>
          <a:p>
            <a:pPr indent="-304971" lvl="3" marL="1828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4">
                <a:solidFill>
                  <a:schemeClr val="dk1"/>
                </a:solidFill>
              </a:rPr>
              <a:t>Ex. semantic field </a:t>
            </a:r>
            <a:r>
              <a:rPr lang="en" sz="1924">
                <a:solidFill>
                  <a:schemeClr val="dk1"/>
                </a:solidFill>
              </a:rPr>
              <a:t>could be used to search for groups of words that a user would like to learn.</a:t>
            </a:r>
            <a:endParaRPr sz="1924">
              <a:solidFill>
                <a:schemeClr val="dk1"/>
              </a:solidFill>
            </a:endParaRPr>
          </a:p>
          <a:p>
            <a:pPr indent="-304971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24">
                <a:solidFill>
                  <a:schemeClr val="dk1"/>
                </a:solidFill>
              </a:rPr>
              <a:t>Data could be used to create an app for learning, using usage frequency level and popular fields for prioritizing lesson content.</a:t>
            </a:r>
            <a:endParaRPr sz="1924">
              <a:solidFill>
                <a:schemeClr val="dk1"/>
              </a:solidFill>
            </a:endParaRPr>
          </a:p>
          <a:p>
            <a:pPr indent="-304971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24">
                <a:solidFill>
                  <a:schemeClr val="dk1"/>
                </a:solidFill>
              </a:rPr>
              <a:t>Can be expanded to support NLP projects. </a:t>
            </a:r>
            <a:endParaRPr sz="1924">
              <a:solidFill>
                <a:schemeClr val="dk1"/>
              </a:solidFill>
            </a:endParaRPr>
          </a:p>
          <a:p>
            <a:pPr indent="-304971" lvl="3" marL="1828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4">
                <a:solidFill>
                  <a:schemeClr val="dk1"/>
                </a:solidFill>
              </a:rPr>
              <a:t>Ex. speech recognition, machine translation, etc.</a:t>
            </a:r>
            <a:endParaRPr sz="1924">
              <a:solidFill>
                <a:schemeClr val="dk1"/>
              </a:solidFill>
            </a:endParaRPr>
          </a:p>
          <a:p>
            <a:pPr indent="-304971" lvl="1" marL="914400" rtl="0" algn="l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ct val="100000"/>
              <a:buChar char="○"/>
            </a:pPr>
            <a:r>
              <a:rPr lang="en" sz="1924">
                <a:solidFill>
                  <a:schemeClr val="dk1"/>
                </a:solidFill>
              </a:rPr>
              <a:t>Can be scaled to meet specific needs perhaps not met with standard dictionaries.</a:t>
            </a:r>
            <a:endParaRPr sz="1924">
              <a:solidFill>
                <a:schemeClr val="dk1"/>
              </a:solidFill>
            </a:endParaRPr>
          </a:p>
        </p:txBody>
      </p:sp>
      <p:sp>
        <p:nvSpPr>
          <p:cNvPr id="418" name="Google Shape;418;p69"/>
          <p:cNvSpPr txBox="1"/>
          <p:nvPr>
            <p:ph type="title"/>
          </p:nvPr>
        </p:nvSpPr>
        <p:spPr>
          <a:xfrm>
            <a:off x="5420900" y="4198750"/>
            <a:ext cx="3282300" cy="6054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/>
              <a:t>*NLP process; many steps of which could utilize this database</a:t>
            </a:r>
            <a:endParaRPr sz="1420"/>
          </a:p>
        </p:txBody>
      </p:sp>
      <p:pic>
        <p:nvPicPr>
          <p:cNvPr id="419" name="Google Shape;419;p69" title="nlp proce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3850" y="1376638"/>
            <a:ext cx="3736201" cy="2672275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70" title="HanziDB ERD 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27613"/>
            <a:ext cx="9144001" cy="468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71" title="HanziDB RS 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3225"/>
            <a:ext cx="9144001" cy="4757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2"/>
          <p:cNvSpPr txBox="1"/>
          <p:nvPr>
            <p:ph type="title"/>
          </p:nvPr>
        </p:nvSpPr>
        <p:spPr>
          <a:xfrm>
            <a:off x="2520750" y="484475"/>
            <a:ext cx="4102500" cy="6366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Data Insert Samples:</a:t>
            </a:r>
            <a:endParaRPr sz="2600"/>
          </a:p>
        </p:txBody>
      </p:sp>
      <p:pic>
        <p:nvPicPr>
          <p:cNvPr id="435" name="Google Shape;435;p72" title="Screenshot 2025-12-10 at 10.19.3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450" y="1313525"/>
            <a:ext cx="4515676" cy="3228526"/>
          </a:xfrm>
          <a:prstGeom prst="rect">
            <a:avLst/>
          </a:prstGeom>
          <a:noFill/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6" name="Google Shape;436;p72" title="Screenshot 2025-12-10 at 10.19.5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0600" y="1556163"/>
            <a:ext cx="4180199" cy="2743250"/>
          </a:xfrm>
          <a:prstGeom prst="rect">
            <a:avLst/>
          </a:prstGeom>
          <a:noFill/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3"/>
          <p:cNvSpPr txBox="1"/>
          <p:nvPr>
            <p:ph type="title"/>
          </p:nvPr>
        </p:nvSpPr>
        <p:spPr>
          <a:xfrm>
            <a:off x="1184325" y="492475"/>
            <a:ext cx="3054900" cy="660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Example 1:</a:t>
            </a:r>
            <a:endParaRPr/>
          </a:p>
        </p:txBody>
      </p:sp>
      <p:sp>
        <p:nvSpPr>
          <p:cNvPr id="442" name="Google Shape;442;p73"/>
          <p:cNvSpPr txBox="1"/>
          <p:nvPr>
            <p:ph idx="1" type="body"/>
          </p:nvPr>
        </p:nvSpPr>
        <p:spPr>
          <a:xfrm>
            <a:off x="429525" y="1376650"/>
            <a:ext cx="4638600" cy="1970700"/>
          </a:xfrm>
          <a:prstGeom prst="rect">
            <a:avLst/>
          </a:prstGeom>
          <a:solidFill>
            <a:srgbClr val="76A5AF"/>
          </a:solidFill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9657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970"/>
              <a:buChar char="●"/>
            </a:pPr>
            <a:r>
              <a:rPr lang="en">
                <a:solidFill>
                  <a:schemeClr val="dk1"/>
                </a:solidFill>
              </a:rPr>
              <a:t>Takes the first 20 words and lists each radical used, removing duplicates</a:t>
            </a:r>
            <a:endParaRPr>
              <a:solidFill>
                <a:schemeClr val="dk1"/>
              </a:solidFill>
            </a:endParaRPr>
          </a:p>
          <a:p>
            <a:pPr indent="-296579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69970"/>
              <a:buChar char="●"/>
            </a:pPr>
            <a:r>
              <a:rPr lang="en">
                <a:solidFill>
                  <a:schemeClr val="dk1"/>
                </a:solidFill>
              </a:rPr>
              <a:t>Group_Concat the radicals to format them into the list in the Radicals_Used column</a:t>
            </a:r>
            <a:endParaRPr>
              <a:solidFill>
                <a:schemeClr val="dk1"/>
              </a:solidFill>
            </a:endParaRPr>
          </a:p>
          <a:p>
            <a:pPr indent="-296579" lvl="0" marL="457200" rtl="0" algn="l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ct val="69970"/>
              <a:buChar char="●"/>
            </a:pPr>
            <a:r>
              <a:rPr lang="en">
                <a:solidFill>
                  <a:schemeClr val="dk1"/>
                </a:solidFill>
              </a:rPr>
              <a:t>Needs Word, WordCharacter, CharacterRadical, and Radical to be joined together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43" name="Google Shape;443;p73" title="Screenshot 2025-12-11 at 10.35.1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2350" y="3541350"/>
            <a:ext cx="6606625" cy="1448150"/>
          </a:xfrm>
          <a:prstGeom prst="rect">
            <a:avLst/>
          </a:prstGeom>
          <a:noFill/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4" name="Google Shape;444;p73" title="Screenshot 2025-12-11 at 10.42.31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5950" y="446800"/>
            <a:ext cx="3054900" cy="2946092"/>
          </a:xfrm>
          <a:prstGeom prst="rect">
            <a:avLst/>
          </a:prstGeom>
          <a:noFill/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4"/>
          <p:cNvSpPr txBox="1"/>
          <p:nvPr>
            <p:ph type="title"/>
          </p:nvPr>
        </p:nvSpPr>
        <p:spPr>
          <a:xfrm>
            <a:off x="1184325" y="492475"/>
            <a:ext cx="3054900" cy="660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Example 2:</a:t>
            </a:r>
            <a:endParaRPr/>
          </a:p>
        </p:txBody>
      </p:sp>
      <p:sp>
        <p:nvSpPr>
          <p:cNvPr id="450" name="Google Shape;450;p74"/>
          <p:cNvSpPr txBox="1"/>
          <p:nvPr>
            <p:ph idx="1" type="body"/>
          </p:nvPr>
        </p:nvSpPr>
        <p:spPr>
          <a:xfrm>
            <a:off x="414450" y="1384200"/>
            <a:ext cx="4774200" cy="1971900"/>
          </a:xfrm>
          <a:prstGeom prst="rect">
            <a:avLst/>
          </a:prstGeom>
          <a:solidFill>
            <a:srgbClr val="76A5AF"/>
          </a:solidFill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8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9"/>
              <a:buChar char="●"/>
            </a:pPr>
            <a:r>
              <a:rPr lang="en">
                <a:solidFill>
                  <a:schemeClr val="dk1"/>
                </a:solidFill>
              </a:rPr>
              <a:t>Takes 20 radicals and lists all the characters that contain them in the database</a:t>
            </a:r>
            <a:endParaRPr>
              <a:solidFill>
                <a:schemeClr val="dk1"/>
              </a:solidFill>
            </a:endParaRPr>
          </a:p>
          <a:p>
            <a:pPr indent="-308575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9"/>
              <a:buChar char="●"/>
            </a:pPr>
            <a:r>
              <a:rPr lang="en">
                <a:solidFill>
                  <a:schemeClr val="dk1"/>
                </a:solidFill>
              </a:rPr>
              <a:t>Group_Concat used again for list format</a:t>
            </a:r>
            <a:endParaRPr>
              <a:solidFill>
                <a:schemeClr val="dk1"/>
              </a:solidFill>
            </a:endParaRPr>
          </a:p>
          <a:p>
            <a:pPr indent="-308575" lvl="0" marL="457200" rtl="0" algn="l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59"/>
              <a:buChar char="●"/>
            </a:pPr>
            <a:r>
              <a:rPr lang="en">
                <a:solidFill>
                  <a:schemeClr val="dk1"/>
                </a:solidFill>
              </a:rPr>
              <a:t>Joins Radical, CharacterRadical, and HanziCharacter together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51" name="Google Shape;451;p74" title="Screenshot 2025-12-11 at 12.15.3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1963" y="548163"/>
            <a:ext cx="3222875" cy="2743376"/>
          </a:xfrm>
          <a:prstGeom prst="rect">
            <a:avLst/>
          </a:prstGeom>
          <a:noFill/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2" name="Google Shape;452;p74" title="Screenshot 2025-12-11 at 12.15.2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2250" y="3465925"/>
            <a:ext cx="5785751" cy="1527300"/>
          </a:xfrm>
          <a:prstGeom prst="rect">
            <a:avLst/>
          </a:prstGeom>
          <a:noFill/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5"/>
          <p:cNvSpPr txBox="1"/>
          <p:nvPr>
            <p:ph type="title"/>
          </p:nvPr>
        </p:nvSpPr>
        <p:spPr>
          <a:xfrm>
            <a:off x="1184325" y="492475"/>
            <a:ext cx="3054900" cy="660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Example 3:</a:t>
            </a:r>
            <a:endParaRPr/>
          </a:p>
        </p:txBody>
      </p:sp>
      <p:sp>
        <p:nvSpPr>
          <p:cNvPr id="458" name="Google Shape;458;p75"/>
          <p:cNvSpPr txBox="1"/>
          <p:nvPr>
            <p:ph idx="1" type="body"/>
          </p:nvPr>
        </p:nvSpPr>
        <p:spPr>
          <a:xfrm>
            <a:off x="426425" y="1573875"/>
            <a:ext cx="4480200" cy="1621500"/>
          </a:xfrm>
          <a:prstGeom prst="rect">
            <a:avLst/>
          </a:prstGeom>
          <a:solidFill>
            <a:srgbClr val="76A5AF"/>
          </a:solidFill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8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9"/>
              <a:buChar char="●"/>
            </a:pPr>
            <a:r>
              <a:rPr lang="en">
                <a:solidFill>
                  <a:schemeClr val="dk1"/>
                </a:solidFill>
              </a:rPr>
              <a:t>Lists the top 10 most frequently used words in the database</a:t>
            </a:r>
            <a:endParaRPr>
              <a:solidFill>
                <a:schemeClr val="dk1"/>
              </a:solidFill>
            </a:endParaRPr>
          </a:p>
          <a:p>
            <a:pPr indent="-308575" lvl="0" marL="457200" rtl="0" algn="l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59"/>
              <a:buChar char="●"/>
            </a:pPr>
            <a:r>
              <a:rPr lang="en">
                <a:solidFill>
                  <a:schemeClr val="dk1"/>
                </a:solidFill>
              </a:rPr>
              <a:t>Simple, but useful; can be used for teaching prioritization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59" name="Google Shape;459;p75" title="Screenshot 2025-12-11 at 12.25.0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675" y="1215338"/>
            <a:ext cx="3626800" cy="2172675"/>
          </a:xfrm>
          <a:prstGeom prst="rect">
            <a:avLst/>
          </a:prstGeom>
          <a:noFill/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0" name="Google Shape;460;p75" title="Screenshot 2025-12-11 at 12.24.4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5275" y="3526325"/>
            <a:ext cx="5017750" cy="1277875"/>
          </a:xfrm>
          <a:prstGeom prst="rect">
            <a:avLst/>
          </a:prstGeom>
          <a:noFill/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6"/>
          <p:cNvSpPr txBox="1"/>
          <p:nvPr>
            <p:ph type="title"/>
          </p:nvPr>
        </p:nvSpPr>
        <p:spPr>
          <a:xfrm>
            <a:off x="1185250" y="492450"/>
            <a:ext cx="3054900" cy="660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Example 4:</a:t>
            </a:r>
            <a:endParaRPr/>
          </a:p>
        </p:txBody>
      </p:sp>
      <p:sp>
        <p:nvSpPr>
          <p:cNvPr id="466" name="Google Shape;466;p76"/>
          <p:cNvSpPr txBox="1"/>
          <p:nvPr>
            <p:ph idx="1" type="body"/>
          </p:nvPr>
        </p:nvSpPr>
        <p:spPr>
          <a:xfrm>
            <a:off x="429525" y="1376650"/>
            <a:ext cx="4895100" cy="1760700"/>
          </a:xfrm>
          <a:prstGeom prst="rect">
            <a:avLst/>
          </a:prstGeom>
          <a:solidFill>
            <a:srgbClr val="76A5AF"/>
          </a:solidFill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9657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970"/>
              <a:buChar char="●"/>
            </a:pPr>
            <a:r>
              <a:rPr lang="en">
                <a:solidFill>
                  <a:schemeClr val="dk1"/>
                </a:solidFill>
              </a:rPr>
              <a:t>Calculates the average stroke </a:t>
            </a:r>
            <a:r>
              <a:rPr lang="en">
                <a:solidFill>
                  <a:schemeClr val="dk1"/>
                </a:solidFill>
              </a:rPr>
              <a:t>count of all hanzi and all radicals in the database</a:t>
            </a:r>
            <a:endParaRPr>
              <a:solidFill>
                <a:schemeClr val="dk1"/>
              </a:solidFill>
            </a:endParaRPr>
          </a:p>
          <a:p>
            <a:pPr indent="-296579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69970"/>
              <a:buChar char="●"/>
            </a:pPr>
            <a:r>
              <a:rPr lang="en">
                <a:solidFill>
                  <a:schemeClr val="dk1"/>
                </a:solidFill>
              </a:rPr>
              <a:t>Again, simple, but can be useful for data analysis</a:t>
            </a:r>
            <a:endParaRPr>
              <a:solidFill>
                <a:schemeClr val="dk1"/>
              </a:solidFill>
            </a:endParaRPr>
          </a:p>
          <a:p>
            <a:pPr indent="-296579" lvl="0" marL="457200" rtl="0" algn="l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ct val="69970"/>
              <a:buChar char="●"/>
            </a:pPr>
            <a:r>
              <a:rPr lang="en">
                <a:solidFill>
                  <a:schemeClr val="dk1"/>
                </a:solidFill>
              </a:rPr>
              <a:t>For 7.5, Radical, CharacterRadical, and HanziCharacter all need to be joined, as radical alone doesn’t log stroke counts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67" name="Google Shape;467;p76" title="Screenshot 2025-12-11 at 12.46.29 PM.png"/>
          <p:cNvPicPr preferRelativeResize="0"/>
          <p:nvPr/>
        </p:nvPicPr>
        <p:blipFill rotWithShape="1">
          <a:blip r:embed="rId4">
            <a:alphaModFix/>
          </a:blip>
          <a:srcRect b="2515" l="0" r="2515" t="0"/>
          <a:stretch/>
        </p:blipFill>
        <p:spPr>
          <a:xfrm>
            <a:off x="5603275" y="891475"/>
            <a:ext cx="2813375" cy="2109800"/>
          </a:xfrm>
          <a:prstGeom prst="rect">
            <a:avLst/>
          </a:prstGeom>
          <a:noFill/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8" name="Google Shape;468;p76" title="Screenshot 2025-12-11 at 12.46.1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4450" y="3263450"/>
            <a:ext cx="5445151" cy="1698425"/>
          </a:xfrm>
          <a:prstGeom prst="rect">
            <a:avLst/>
          </a:prstGeom>
          <a:noFill/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7"/>
          <p:cNvSpPr txBox="1"/>
          <p:nvPr>
            <p:ph type="title"/>
          </p:nvPr>
        </p:nvSpPr>
        <p:spPr>
          <a:xfrm>
            <a:off x="3044550" y="492475"/>
            <a:ext cx="3054900" cy="660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learned:</a:t>
            </a:r>
            <a:endParaRPr/>
          </a:p>
        </p:txBody>
      </p:sp>
      <p:sp>
        <p:nvSpPr>
          <p:cNvPr id="474" name="Google Shape;474;p77"/>
          <p:cNvSpPr txBox="1"/>
          <p:nvPr>
            <p:ph idx="1" type="body"/>
          </p:nvPr>
        </p:nvSpPr>
        <p:spPr>
          <a:xfrm>
            <a:off x="1155450" y="1384175"/>
            <a:ext cx="6823800" cy="3148500"/>
          </a:xfrm>
          <a:prstGeom prst="rect">
            <a:avLst/>
          </a:prstGeom>
          <a:solidFill>
            <a:srgbClr val="76A5AF"/>
          </a:solidFill>
          <a:ln cap="flat" cmpd="sng" w="285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025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970"/>
              <a:buChar char="●"/>
            </a:pPr>
            <a:r>
              <a:rPr lang="en">
                <a:solidFill>
                  <a:schemeClr val="dk1"/>
                </a:solidFill>
              </a:rPr>
              <a:t>By </a:t>
            </a:r>
            <a:r>
              <a:rPr lang="en">
                <a:solidFill>
                  <a:schemeClr val="dk1"/>
                </a:solidFill>
              </a:rPr>
              <a:t>applying</a:t>
            </a:r>
            <a:r>
              <a:rPr lang="en">
                <a:solidFill>
                  <a:schemeClr val="dk1"/>
                </a:solidFill>
              </a:rPr>
              <a:t> my interests in NLP + Computational Linguistics, I’ve become more confident that I do in fact want to pursue this field, as I had a lot of fun working on this project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2577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69970"/>
              <a:buChar char="●"/>
            </a:pPr>
            <a:r>
              <a:rPr lang="en">
                <a:solidFill>
                  <a:schemeClr val="dk1"/>
                </a:solidFill>
              </a:rPr>
              <a:t>I’ve practiced and greatly </a:t>
            </a:r>
            <a:r>
              <a:rPr lang="en">
                <a:solidFill>
                  <a:schemeClr val="dk1"/>
                </a:solidFill>
              </a:rPr>
              <a:t>improved</a:t>
            </a:r>
            <a:r>
              <a:rPr lang="en">
                <a:solidFill>
                  <a:schemeClr val="dk1"/>
                </a:solidFill>
              </a:rPr>
              <a:t> my SQL skills </a:t>
            </a:r>
            <a:r>
              <a:rPr lang="en">
                <a:solidFill>
                  <a:schemeClr val="dk1"/>
                </a:solidFill>
              </a:rPr>
              <a:t>throughout this project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2577" lvl="0" marL="457200" rtl="0" algn="l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ct val="69970"/>
              <a:buChar char="●"/>
            </a:pPr>
            <a:r>
              <a:rPr lang="en">
                <a:solidFill>
                  <a:schemeClr val="dk1"/>
                </a:solidFill>
              </a:rPr>
              <a:t>I’ve learned a lot from the challenges I’ve had throughout this process, and am more comfortable fixing mistakes and coming up with workarounds when something doesn’t work as intended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8"/>
          <p:cNvSpPr txBox="1"/>
          <p:nvPr>
            <p:ph type="title"/>
          </p:nvPr>
        </p:nvSpPr>
        <p:spPr>
          <a:xfrm>
            <a:off x="3101400" y="1685550"/>
            <a:ext cx="2941200" cy="17724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谢谢你！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duct Roadmap">
  <a:themeElements>
    <a:clrScheme name="Simple Light">
      <a:dk1>
        <a:srgbClr val="D32600"/>
      </a:dk1>
      <a:lt1>
        <a:srgbClr val="000000"/>
      </a:lt1>
      <a:dk2>
        <a:srgbClr val="FFFFFF"/>
      </a:dk2>
      <a:lt2>
        <a:srgbClr val="E57360"/>
      </a:lt2>
      <a:accent1>
        <a:srgbClr val="666666"/>
      </a:accent1>
      <a:accent2>
        <a:srgbClr val="B7B7B7"/>
      </a:accent2>
      <a:accent3>
        <a:srgbClr val="EFEFEF"/>
      </a:accent3>
      <a:accent4>
        <a:srgbClr val="F9EDE5"/>
      </a:accent4>
      <a:accent5>
        <a:srgbClr val="F3F3F3"/>
      </a:accent5>
      <a:accent6>
        <a:srgbClr val="F7F7F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